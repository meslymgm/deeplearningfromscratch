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E01AA-B083-ACF1-6539-3C0A7B3CF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214B07-DED2-E89F-C250-03AF9569B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7E3DF-87FE-4386-7E79-E9B8C002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4E207-D392-DC4F-5B25-49E63DA75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3FBF9-03E1-4F71-A59B-EAE97926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68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559CB-760E-9E95-5819-C82556827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C7F99-44D5-30CF-8D7C-5DB19C253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65C2D-1324-252E-FEF5-B624C63D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3303E-7349-601F-9435-B91FE404F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C29BC-93AE-F719-8A4E-8BB42B263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104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5FAD-600A-E6B7-FB1F-3B2567429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A23F4-FB1E-EDD1-4483-528F464A6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C3E2C-D909-7652-7C5C-4FC25FF03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F6780-F94E-9A79-AF26-40C36B32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7BC89-F2E9-A82E-55BB-EC57EA02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34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69FF-F61B-5C31-E93D-5E50CBDD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3DC91-625A-3F17-74DB-DF9CC9115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BB55D-2510-8D14-6735-489AC42C5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77058-6A1C-1EEF-4068-7373C5057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A3017-A586-CCA0-1442-A60413F2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00207-EBB1-184D-A048-A2602CC6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390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253E-298B-84DA-441A-43A128FC4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EDDA2-5B32-D9AC-3069-CF6B8AA86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2CE19-E900-8751-8904-D8BA42D08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25D13F-41F9-1D92-3447-8BCD74A07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8F4B8-A891-B1EE-A392-E24B84DA4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17A48-399A-7763-2648-E8DB0792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C9368-6F30-7EB5-4FCD-E0B13C22E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6DF39-82DB-6713-44AF-3ACBB5E8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00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A4BA-9C46-B07B-2CB4-FF949539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F0176D-1771-AD0A-83EE-31D1A9D6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6CCD0-73A2-ADEA-278A-EA94FBE6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C11BF-4FB2-3DD7-02DD-94006C590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40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57CF6D-D440-C7A3-13F8-D379C64C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5D9F7-20D0-24C3-94AA-09FBE96C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FF59B-6E12-C4D3-1257-92F2B95C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58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0473-B43C-DD86-B858-B1DAC842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5FDC-E935-D005-410E-7331E823F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FBE79-9300-320E-7603-BDE2D95AD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C0508-FD5D-6CD8-7F1E-37EBDCF28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2C8B0-5A85-6DCC-0AF7-B61CEB3C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CD2D5-C81D-5611-7AF3-466E85CE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7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E6A2-1C22-E381-473C-2106F6BF3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45A6F4-36B0-714A-E6ED-1ACA446E6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816B2-6CB2-D21A-C728-C15A278E4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16B0E-913D-2792-9F14-8812AD7B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BA100-21BE-697D-43F0-168D0715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D0853-5FE9-ED6A-C5C6-2E12A84B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82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C1A6-C518-43CB-34C5-8691536C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DD7B-C3B0-A48F-FA00-051FFE50A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F1B13-242F-99DC-A72C-4B7E4931B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57146-74AA-7A8F-FA85-4D00A165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72896-7202-BA04-75DA-48CB3893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166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8376D5-7BF0-D1CD-60D8-46D84AEBE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18B05-9D82-3489-F465-D9F62F033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9F71-272C-F3DF-7DA9-47AD438D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AA90-35FB-F91A-3F38-7A96C8874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ED5F8-0886-37B7-3BD3-77BF566D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66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215837-BD56-B072-A5C9-9FFED694C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D818E-3760-67D8-2726-FD12E8CC7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8A683-B4AF-A342-169E-D00F1D9857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29AA6-4449-44C2-8AA5-8B37FCC15D8E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82310-F63F-6206-2531-CC1B96CE9D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A9BFA-DB33-C624-166C-2C5FE92C9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509A7-1277-4592-A531-D9DEED5EC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430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api_docs/python/tf/GradientTape" TargetMode="External"/><Relationship Id="rId2" Type="http://schemas.openxmlformats.org/officeDocument/2006/relationships/hyperlink" Target="https://www.tensorflow.org/guide/autodiff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A4AA-48BB-9CD9-5960-6E6FF465A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Week 3</a:t>
            </a:r>
            <a:br>
              <a:rPr lang="en-US"/>
            </a:b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7A2F2A-5D15-7988-0807-F670CB245F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69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3387F5-F337-0CE2-EC29-CC343CF65D5E}"/>
              </a:ext>
            </a:extLst>
          </p:cNvPr>
          <p:cNvSpPr txBox="1"/>
          <p:nvPr/>
        </p:nvSpPr>
        <p:spPr>
          <a:xfrm>
            <a:off x="651510" y="502920"/>
            <a:ext cx="119557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https://www.tensorflow.org/guide/autodiff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3"/>
              </a:rPr>
              <a:t>https://www.tensorflow.org/api_docs/python/tf/GradientTape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5274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Week 3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Mesly Mathews</dc:creator>
  <cp:lastModifiedBy>Mesly Mathews</cp:lastModifiedBy>
  <cp:revision>2</cp:revision>
  <dcterms:created xsi:type="dcterms:W3CDTF">2025-02-26T13:17:19Z</dcterms:created>
  <dcterms:modified xsi:type="dcterms:W3CDTF">2025-02-26T13:17:53Z</dcterms:modified>
</cp:coreProperties>
</file>