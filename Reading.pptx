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4EF5F-6578-EAF3-DCD6-1C2D0C28A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75E5B3-C506-E669-4E6B-768F0362B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70487-CC5F-1795-3E89-43E54A6D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C5A6-FBE8-4C5D-B562-74F4CCAD6762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388ED-712F-8D17-418C-7B8244397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30042-5227-D013-6078-914E6A1BD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86647-8D36-4689-924A-EAA82D1DD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048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5B1F6-43B7-E73B-5B4F-193B7DC0A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2E29B-8655-4332-EEF4-F3EA240BE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34275-CDE2-6DEF-CD02-27396839C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C5A6-FBE8-4C5D-B562-74F4CCAD6762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6983E-8717-4349-7621-2E92DD920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8FBDA-1B82-7889-7CF3-6B9E4E8B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86647-8D36-4689-924A-EAA82D1DD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743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6C660-C43C-B431-9357-EB1BDA91E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D569C-76B3-48C6-53B7-9615C5F59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6A011-9A30-435E-EE2A-464BAAD8A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C5A6-FBE8-4C5D-B562-74F4CCAD6762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B6FF6-0E38-C931-E77E-05569DEA1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508E7-1AAD-F2DC-B5B3-F42E36845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86647-8D36-4689-924A-EAA82D1DD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83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A0C31-6CF1-F214-4FDA-CCB62F442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3C605-3961-C479-36C6-7265871F6E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10E35-4E7A-08C6-8382-6BF2CDC06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75886-C0CD-4AB7-0890-B32590F2B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C5A6-FBE8-4C5D-B562-74F4CCAD6762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A104A-26BF-5E1D-A36E-6A10CD376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E4F93-4287-00E6-AB98-96BDB2F20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86647-8D36-4689-924A-EAA82D1DD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00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B2E59-AE2D-173A-126B-322394AAA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A7620-0769-F1ED-E210-E662FB396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D0FEA-4AB4-A340-E44D-DAF8C4A46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BAC1F4-8305-8190-3660-7CA7B546C1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FF81EE-C630-27CF-8378-FC756ECA2E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EF54AA-D90B-9263-4F46-9448C33D9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C5A6-FBE8-4C5D-B562-74F4CCAD6762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3413F7-77BD-A928-8E56-307D7032C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0F6D85-9609-531A-48C5-7F578887E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86647-8D36-4689-924A-EAA82D1DD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304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A228A-0C55-76D1-B7E6-982D25A29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12BA1B-78B2-ACE9-8EC4-D607E1707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C5A6-FBE8-4C5D-B562-74F4CCAD6762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2408DD-C863-6950-F586-56F344029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F1A220-0CF2-ECA0-DCCE-B4DB4AA36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86647-8D36-4689-924A-EAA82D1DD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78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D9C2E2-B292-E3BD-6EC2-B8B34C08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C5A6-FBE8-4C5D-B562-74F4CCAD6762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3064C9-CFCC-7D75-7451-01AA4FB02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DB9EB-7E8E-7D2D-5A13-FB0D634FD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86647-8D36-4689-924A-EAA82D1DD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66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65A54-D489-F076-3071-7A751EDCE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47162-5471-D985-BC16-DA6E96090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30A91-628C-9F8B-570F-EBEA92EF2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16AB8-00FC-9C25-A55E-6824DE9E8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C5A6-FBE8-4C5D-B562-74F4CCAD6762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9659-1755-6A84-BC65-25AC1F4D4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C710B-7743-F75C-3EA5-0B9126D99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86647-8D36-4689-924A-EAA82D1DD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73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69D2-A454-B361-E06D-78DCC3963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2A1D6C-5A0A-6C15-C21F-26F0685C87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5DA86-C0F6-6A68-98BB-FCDD0D99B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60C33D-BB3C-DBB8-93B1-BA1A098B3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C5A6-FBE8-4C5D-B562-74F4CCAD6762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F65CF-6B2D-11B0-CB34-617585A3B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695BC2-EAD3-CFCC-79ED-AABD2CDBD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86647-8D36-4689-924A-EAA82D1DD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033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1ADBD-B883-4EB6-5A47-280718E31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BB2E7A-3A9F-18EB-F0E3-C745B42A6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1A3A7-FAE8-6AF2-05F4-2984A8B7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C5A6-FBE8-4C5D-B562-74F4CCAD6762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DB8B6-778D-9632-D1C2-75FCE8CF0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DE220-25DE-5541-435B-D79D6C17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86647-8D36-4689-924A-EAA82D1DD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778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70A597-C53F-0261-05F5-17D37B0759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F16B3-E90E-BEFD-9B6D-C49F9F283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32905-AFF4-15AE-7332-D864D340C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C5A6-FBE8-4C5D-B562-74F4CCAD6762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236D6-E66D-DAA7-AE87-C811C8CC2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35FFB-D192-39B3-7C3A-064D33EB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86647-8D36-4689-924A-EAA82D1DD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15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F25E8C-3095-C1DB-20DC-CD6D571C8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FD7EC-9240-59BA-359A-6FD7AA497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D8D81-1BE3-A6B2-68A0-50A466EF2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BC5A6-FBE8-4C5D-B562-74F4CCAD6762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C4508-9B22-5522-FF45-D7C0BC624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90A15-FF8D-8E70-F0D9-79A977056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86647-8D36-4689-924A-EAA82D1DD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579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karpathy.github.io/2015/05/21/rnn-effectiveness/" TargetMode="External"/><Relationship Id="rId7" Type="http://schemas.openxmlformats.org/officeDocument/2006/relationships/hyperlink" Target="http://citeseerx.ist.psu.edu/viewdoc/download?doi=10.1.1.5.7473&amp;rep=rep1&amp;type=pdf" TargetMode="External"/><Relationship Id="rId2" Type="http://schemas.openxmlformats.org/officeDocument/2006/relationships/hyperlink" Target="https://gist.github.com/karpathy/d4dee566867f8291f086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smc07.uoa.gr/SMC07%20Proceedings/SMC07%20Paper%2055.pdf" TargetMode="External"/><Relationship Id="rId5" Type="http://schemas.openxmlformats.org/officeDocument/2006/relationships/hyperlink" Target="http://ai.stanford.edu/~kdtang/papers/smc09-jazzgrammar.pdf" TargetMode="External"/><Relationship Id="rId4" Type="http://schemas.openxmlformats.org/officeDocument/2006/relationships/hyperlink" Target="https://github.com/jisungk/deepjazz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lp.stanford.edu/projects/glove/" TargetMode="External"/><Relationship Id="rId2" Type="http://schemas.openxmlformats.org/officeDocument/2006/relationships/hyperlink" Target="https://papers.nips.cc/paper/2016/file/a486cd07e4ac3d270571622f4f316ec5-Paper.pdf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6.03762" TargetMode="External"/><Relationship Id="rId2" Type="http://schemas.openxmlformats.org/officeDocument/2006/relationships/hyperlink" Target="https://www.coursera.org/specializations/natural-language-processing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AE0A1-430A-1722-0001-7EF04BB956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Week 1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5FCC99-3140-8D97-122B-EAD87753AD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842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BF1333-B788-2B22-39FF-383143F5E41B}"/>
              </a:ext>
            </a:extLst>
          </p:cNvPr>
          <p:cNvSpPr txBox="1"/>
          <p:nvPr/>
        </p:nvSpPr>
        <p:spPr>
          <a:xfrm>
            <a:off x="400050" y="502920"/>
            <a:ext cx="97155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2"/>
              </a:rPr>
              <a:t>https://gist.github.com/karpathy/d4dee566867f8291f086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3"/>
              </a:rPr>
              <a:t>http://karpathy.github.io/2015/05/21/rnn-effectiveness/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4"/>
              </a:rPr>
              <a:t>https://github.com/jisungk/deepjazz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5"/>
              </a:rPr>
              <a:t>http://ai.stanford.edu/~kdtang/papers/smc09-jazzgrammar.pdf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6"/>
              </a:rPr>
              <a:t>http://smc07.uoa.gr/SMC07%20Proceedings/SMC07%20Paper%2055.pdf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7"/>
              </a:rPr>
              <a:t>http://citeseerx.ist.psu.edu/viewdoc/download?doi=10.1.1.5.7473&amp;rep=rep1&amp;type=pdf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4849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1C309-FA69-9089-D08D-5A2D416A6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139FF-89A4-22BD-6AFD-D470E34356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Week 2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4E732-84B6-21D2-AF04-4B06316D2D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943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23C24-47B9-978F-E657-7FC23A729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FAE487-82EF-7EC6-1F6D-86B5FC1F8F2A}"/>
              </a:ext>
            </a:extLst>
          </p:cNvPr>
          <p:cNvSpPr txBox="1"/>
          <p:nvPr/>
        </p:nvSpPr>
        <p:spPr>
          <a:xfrm>
            <a:off x="400050" y="502920"/>
            <a:ext cx="97155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2"/>
              </a:rPr>
              <a:t>https://papers.nips.cc/paper/2016/file/a486cd07e4ac3d270571622f4f316ec5-Paper.pdf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3"/>
              </a:rPr>
              <a:t>https://nlp.stanford.edu/projects/glove/</a:t>
            </a:r>
            <a:endParaRPr lang="en-IN" dirty="0"/>
          </a:p>
          <a:p>
            <a:endParaRPr lang="en-IN" dirty="0"/>
          </a:p>
          <a:p>
            <a:r>
              <a:rPr lang="en-IN" dirty="0"/>
              <a:t>https://woebothealth.com/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404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4B5AC-E883-96DF-A29B-C3A88B4D3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DB101-F71E-CB72-DBA5-5404297073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Week 4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57FAA-430A-E752-E20F-CC40C68311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049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1627F-5E3B-C830-A6E5-F408E89EB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72192B-A737-029D-3DFA-36BA6725F32A}"/>
              </a:ext>
            </a:extLst>
          </p:cNvPr>
          <p:cNvSpPr txBox="1"/>
          <p:nvPr/>
        </p:nvSpPr>
        <p:spPr>
          <a:xfrm>
            <a:off x="400050" y="502920"/>
            <a:ext cx="97155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2"/>
              </a:rPr>
              <a:t>https://www.coursera.org/specializations/natural-language-processing</a:t>
            </a:r>
            <a:r>
              <a:rPr lang="en-IN" dirty="0"/>
              <a:t>?</a:t>
            </a:r>
          </a:p>
          <a:p>
            <a:endParaRPr lang="en-IN" dirty="0"/>
          </a:p>
          <a:p>
            <a:r>
              <a:rPr lang="en-IN" dirty="0">
                <a:hlinkClick r:id="rId3"/>
              </a:rPr>
              <a:t>https://arxiv.org/abs/1706.03762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918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152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Week 1 </vt:lpstr>
      <vt:lpstr>PowerPoint Presentation</vt:lpstr>
      <vt:lpstr>Week 2 </vt:lpstr>
      <vt:lpstr>PowerPoint Presentation</vt:lpstr>
      <vt:lpstr>Week 4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Mesly Mathews</dc:creator>
  <cp:lastModifiedBy>Mesly Mathews</cp:lastModifiedBy>
  <cp:revision>1</cp:revision>
  <dcterms:created xsi:type="dcterms:W3CDTF">2025-02-26T12:55:07Z</dcterms:created>
  <dcterms:modified xsi:type="dcterms:W3CDTF">2025-02-26T12:57:50Z</dcterms:modified>
</cp:coreProperties>
</file>