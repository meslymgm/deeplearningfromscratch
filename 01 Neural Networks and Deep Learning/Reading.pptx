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D0DB-5FC6-7D4D-BE9A-32E36862F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7D69D-9EB1-92E9-AE82-E99EE990E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4A63A-8EE0-BAC0-865B-60183B472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F9637-824F-D20C-2A20-91EF6299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35F88-7E48-0822-AB5B-3E3B0090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102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7BBD-F7A4-1971-0804-6B348FA0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73927-D649-F971-6850-9316F8235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8760E-DED9-768D-E793-96970243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F5398-5186-5B85-04A9-0BBA9AA7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DD03A-B840-48F4-970E-05FBB23F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154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A27F-DAB8-7C50-1A0E-B02F71BA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1D055-5270-6C9E-C025-4CB8B2FB5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2B0F7-2F54-0DDD-E62D-99EC1083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4013B-AB30-A39C-F82A-D0D98CBA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F80C8-CBB2-5490-493B-C9C775F0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57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AFD0-D603-1A74-1649-ACC376BB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0F505-B2E9-6D95-A160-D38886DDB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11901-3141-1A25-BC5D-941AB0C89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013D8-C020-D620-CB59-3196CBD42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CFCC4-EA64-7CA9-8BC4-2966D3CB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93BE5-301E-A216-ABA0-20B4CE39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51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ABE9-A17C-105C-1F23-34F7366B6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8C76F-99E6-6DB3-0E79-174F01214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5CC24-86BB-3ED7-9923-BA760A4ED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B5BD1-B482-1C55-791B-C875C9D49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6C8D19-1C47-6BA7-6E5B-C40C5DB7A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FBE28-18A3-A1F5-594F-E7BB0772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B8A72-D442-0E6E-E5A3-FB973BEB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DFC21-EE4D-5CA4-98AD-9296CFB8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405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8BA1-3EBD-99BF-0CB7-828BC244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F17C6F-F501-2C47-762E-D5B5DEC9D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9FDFB-7F97-7F27-1F90-A093B687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068DB-C70A-5CE7-7104-AE0D178E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280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F2A6E-BA2A-D171-BD4E-AB66AD6B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E34FC-A289-D99C-C995-F7B9A15B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E0FE3-4025-D975-5F9D-9FE76985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93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0CB3-6FD0-5CB1-D82D-AF608986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A03D2-55C5-FCD8-EE13-C2850FE8F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91842-2419-329C-2A6E-8F2B84A3E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173B7-07EA-CA6D-BFBA-08E89D9E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A262C-7BB8-84AA-D972-FBB427EF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0EF40-ECAC-506C-AA32-E8D1019A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96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65C48-1F58-E01E-AF31-73A9176C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26FA3-77A9-F80F-197B-06995D425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191E1-04E7-FC92-EC09-BD6B6EE89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4B8C7-DBDC-D4CD-7A54-22C756B0E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D64A9-B003-7486-27CE-F260DC78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BFADC-374B-D594-0E95-6F37E801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65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51B5-5F2A-06EB-CDF8-5A9AFDF6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8C2EF-CE6E-B676-2599-0999C792C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6E394-CB39-B3B2-D065-6262434E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A6E7B-B505-BAD8-8CB5-C691A841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601D7-D09A-881F-3CCF-B346E70D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63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F45B81-E668-E9FA-AED4-B4CE2C416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5A896-42E2-7C9E-29E8-67FEDA45D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6F898-6FFC-E371-43C6-4E350499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F41F6-14BF-DB9D-6E24-4BE98413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F8907-DD23-CA0A-8C19-81A768AF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3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FC3342-14F3-4024-E40C-C6973FA44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5032A-7A2C-3C3C-11A5-7AD624D3E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02949-C127-548B-4F48-3F796A477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04B2F-7267-41A0-9032-E731AF6A98EA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04B07-2EB8-F8B6-FD54-7E9ECB87A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97B75-DEE8-E94C-5E5A-00D0E317E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B4CDF-E5BD-4957-B39C-946641953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32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stackexchange.com/questions/211436/why-normalize-images-by-subtracting-datasets-image-mean-instead-of-the-current" TargetMode="External"/><Relationship Id="rId2" Type="http://schemas.openxmlformats.org/officeDocument/2006/relationships/hyperlink" Target="https://github.com/dennybritz/nn-from-scratch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tackoverflow.com/questions/1907993/autoreload-of-modules-in-ipython" TargetMode="External"/><Relationship Id="rId4" Type="http://schemas.openxmlformats.org/officeDocument/2006/relationships/hyperlink" Target="https://cs231n.github.io/neural-networks-case-stud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27EBF-E957-49E5-2F80-49C1CA01D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60A6C-9377-6D7B-E8EE-30662D175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032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4B0651-6854-A1E4-A4F7-F53F188F3D18}"/>
              </a:ext>
            </a:extLst>
          </p:cNvPr>
          <p:cNvSpPr txBox="1"/>
          <p:nvPr/>
        </p:nvSpPr>
        <p:spPr>
          <a:xfrm>
            <a:off x="2651760" y="1074420"/>
            <a:ext cx="492633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https://github.com/dennybritz/nn-from-scratch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3"/>
              </a:rPr>
              <a:t>https://stats.stackexchange.com/questions/211436/why-normalize-images-by-subtracting-datasets-image-mean-instead-of-the-current</a:t>
            </a:r>
            <a:endParaRPr lang="en-IN" dirty="0"/>
          </a:p>
          <a:p>
            <a:endParaRPr lang="en-IN" dirty="0"/>
          </a:p>
          <a:p>
            <a:r>
              <a:rPr lang="en-IN" dirty="0"/>
              <a:t>Week 3</a:t>
            </a:r>
          </a:p>
          <a:p>
            <a:endParaRPr lang="en-IN" dirty="0"/>
          </a:p>
          <a:p>
            <a:r>
              <a:rPr lang="en-IN" dirty="0">
                <a:hlinkClick r:id="rId4"/>
              </a:rPr>
              <a:t>https://cs231n.github.io/neural-networks-case-study/</a:t>
            </a:r>
            <a:endParaRPr lang="en-IN" dirty="0"/>
          </a:p>
          <a:p>
            <a:endParaRPr lang="en-IN" dirty="0"/>
          </a:p>
          <a:p>
            <a:r>
              <a:rPr lang="en-IN" dirty="0"/>
              <a:t>Week 4</a:t>
            </a:r>
          </a:p>
          <a:p>
            <a:r>
              <a:rPr lang="en-IN" dirty="0">
                <a:hlinkClick r:id="rId5"/>
              </a:rPr>
              <a:t>https://stackoverflow.com/questions/1907993/autoreload-of-modules-in-ipython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661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Week 1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Mesly Mathews</dc:creator>
  <cp:lastModifiedBy>Mesly Mathews</cp:lastModifiedBy>
  <cp:revision>1</cp:revision>
  <dcterms:created xsi:type="dcterms:W3CDTF">2025-02-26T13:07:37Z</dcterms:created>
  <dcterms:modified xsi:type="dcterms:W3CDTF">2025-02-26T13:09:02Z</dcterms:modified>
</cp:coreProperties>
</file>