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813FD-D936-EC98-1453-EFDAAB4E5B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2B59BE-FE0E-D7DE-B083-D535F863F0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D123D-6982-DDCC-703D-5131C398E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D4480-3296-40DE-9229-02D9B09F9D03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84D8B-F785-FBDE-75E2-26A559661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1952B-68BB-FF6C-018F-A07061BDF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7D682-F288-41F4-B0D7-02F131DB4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497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6202B-74FF-CB46-AF0C-285CA76B8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825C0-B17D-ECD7-A95C-7B6483CB0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F3903-7391-ACAB-AD45-5D1D425F2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D4480-3296-40DE-9229-02D9B09F9D03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75F86-E804-8BD0-5B36-E568EB82B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8322E-68BD-0C05-0A7A-E0D303C97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7D682-F288-41F4-B0D7-02F131DB4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905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F2111-DECA-A693-8215-CF16D897A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E1F71C-619E-7D23-C60C-5A3944F51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2AA46-2FBB-E801-EA64-BA6E6C8E1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D4480-3296-40DE-9229-02D9B09F9D03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ED0B1-1785-5170-8971-63437EDCF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DBD95-8513-4226-9C6A-119BBE2FC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7D682-F288-41F4-B0D7-02F131DB4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486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ECD86-F052-8D57-471E-9CE8E0DBC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D2BE4-318D-5333-5885-15905F95C1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3780F4-BCB9-F8F3-252D-7F58D9AF9C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46B29-1409-2F1F-338F-5F1BF70C6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D4480-3296-40DE-9229-02D9B09F9D03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27F662-2A3D-8148-581B-506F60F6D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5FB085-50CE-B4BD-02FE-9F461A7A8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7D682-F288-41F4-B0D7-02F131DB4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927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99125-EF94-37E5-9C86-292B4D2D3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6A6F56-3B7F-0499-22F5-7D48DB273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1C23A5-3D71-CB79-3B4B-F511E21D6B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1D32CE-CBCE-568B-17F8-29C063369F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71F4E4-925F-BE67-5676-501745D95C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171A46-E3E6-2DA5-02B7-753D8DCB6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D4480-3296-40DE-9229-02D9B09F9D03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0B7886-247E-D82C-B578-37D41D7BC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711383-4EF3-E411-A62F-D6AE06304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7D682-F288-41F4-B0D7-02F131DB4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517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6FAAC-97C3-BAEA-D348-198C4CEC2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686779-A7DE-A8D1-2449-69838DF9E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D4480-3296-40DE-9229-02D9B09F9D03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9C66F-35C2-33C1-EB31-5D7998AA2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591186-7589-2A22-4BE4-E42D28B28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7D682-F288-41F4-B0D7-02F131DB4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216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26DDFD-9F8E-50AA-70A9-40520F7BE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D4480-3296-40DE-9229-02D9B09F9D03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126D15-2B3E-B801-C96F-AF04A2C5B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D215F-68F4-46D2-B06A-93AA4D1C5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7D682-F288-41F4-B0D7-02F131DB4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9997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735EA-D4CD-14C2-97BF-36B037B66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6F760-1A66-C0D3-F8E0-868FB670C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7EA797-737B-C398-2ED2-937E71C18B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A11267-A22E-2BF4-77C1-3A6068611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D4480-3296-40DE-9229-02D9B09F9D03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32EBC4-F6F4-BFE8-BB4C-FDE1C90F2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67F5D2-FA89-3932-CA61-B2EED718D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7D682-F288-41F4-B0D7-02F131DB4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3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5364D-B3B7-822A-8CEF-203CA2367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B6B52-5861-542F-2C73-F70518B6C0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C99C57-671C-CB5D-F354-47C8B16F0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8C9D58-088B-2EBB-CE02-9416AD759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D4480-3296-40DE-9229-02D9B09F9D03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2F8C92-CFE4-2B06-7ABC-5421E58F8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0A86EE-A21E-50E1-9BD5-4F71D3AA0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7D682-F288-41F4-B0D7-02F131DB4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7930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85200-C82E-AE14-C3DF-CDAE787DD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BFA71E-9BDE-A3FF-254F-4691193EC0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200F1-27C5-6ED9-91DB-101FDC60F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D4480-3296-40DE-9229-02D9B09F9D03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60416-B325-D996-B199-6C6EC0042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2CDA9-2B2B-684C-C120-38477C46D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7D682-F288-41F4-B0D7-02F131DB4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457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074C2C-D25D-D25E-8E1C-1F214E2B4B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7A40B5-A5F0-F70E-6405-7C8C93C624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5C7419-A8F2-FB0D-34C6-4F4496B88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D4480-3296-40DE-9229-02D9B09F9D03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B0C67-99B7-E190-4418-B48A78B58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27D4D-D07C-A282-E832-492CD3CEC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7D682-F288-41F4-B0D7-02F131DB4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19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CCCB75-A014-7108-27FE-2B626519E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01DCE9-4AF4-3663-EA81-23F039BBD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DE726-4359-39FC-A23F-8C71060A3D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D4480-3296-40DE-9229-02D9B09F9D03}" type="datetimeFigureOut">
              <a:rPr lang="en-IN" smtClean="0"/>
              <a:t>26-02-2025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9A094-B2D5-9815-EFB7-000C0D2A63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24189-AA1D-D9D1-F237-44AD38FA58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47D682-F288-41F4-B0D7-02F131DB4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859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1905.11946" TargetMode="External"/><Relationship Id="rId13" Type="http://schemas.openxmlformats.org/officeDocument/2006/relationships/hyperlink" Target="https://arxiv.org/abs/1705.03820" TargetMode="External"/><Relationship Id="rId18" Type="http://schemas.openxmlformats.org/officeDocument/2006/relationships/hyperlink" Target="https://www.vlfeat.org/matconvnet/pretrained/" TargetMode="External"/><Relationship Id="rId3" Type="http://schemas.openxmlformats.org/officeDocument/2006/relationships/hyperlink" Target="https://www.tensorflow.org/guide/keras/functional" TargetMode="External"/><Relationship Id="rId7" Type="http://schemas.openxmlformats.org/officeDocument/2006/relationships/hyperlink" Target="https://arxiv.org/abs/1801.04381" TargetMode="External"/><Relationship Id="rId12" Type="http://schemas.openxmlformats.org/officeDocument/2006/relationships/hyperlink" Target="https://arxiv.org/abs/1701.08816" TargetMode="External"/><Relationship Id="rId17" Type="http://schemas.openxmlformats.org/officeDocument/2006/relationships/hyperlink" Target="https://machinelearningmastery.com/how-to-develop-a-face-recognition-system-using-facenet-in-keras-and-an-svm-classifier/" TargetMode="External"/><Relationship Id="rId2" Type="http://schemas.openxmlformats.org/officeDocument/2006/relationships/hyperlink" Target="https://www.tensorflow.org/guide/keras/sequential_model" TargetMode="External"/><Relationship Id="rId16" Type="http://schemas.openxmlformats.org/officeDocument/2006/relationships/hyperlink" Target="https://github.com/davidsandberg/facenet" TargetMode="External"/><Relationship Id="rId20" Type="http://schemas.openxmlformats.org/officeDocument/2006/relationships/hyperlink" Target="https://github.com/nyoki-mtl/keras-facenet/blob/master/notebook/tf_to_keras.ipynb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rxiv.org/abs/1704.04861" TargetMode="External"/><Relationship Id="rId11" Type="http://schemas.openxmlformats.org/officeDocument/2006/relationships/hyperlink" Target="https://pjreddie.com/darknet/yolo/" TargetMode="External"/><Relationship Id="rId5" Type="http://schemas.openxmlformats.org/officeDocument/2006/relationships/hyperlink" Target="https://github.com/fchollet/deep-learning-models/blob/master/resnet50.py" TargetMode="External"/><Relationship Id="rId15" Type="http://schemas.openxmlformats.org/officeDocument/2006/relationships/hyperlink" Target="https://arxiv.org/pdf/1503.03832.pdf" TargetMode="External"/><Relationship Id="rId10" Type="http://schemas.openxmlformats.org/officeDocument/2006/relationships/hyperlink" Target="https://github.com/allanzelener/YAD2K" TargetMode="External"/><Relationship Id="rId19" Type="http://schemas.openxmlformats.org/officeDocument/2006/relationships/hyperlink" Target="https://research.fb.com/wp-content/uploads/2016/11/deepface-closing-the-gap-to-human-level-performance-in-face-verification.pdf" TargetMode="External"/><Relationship Id="rId4" Type="http://schemas.openxmlformats.org/officeDocument/2006/relationships/hyperlink" Target="https://arxiv.org/abs/1512.03385" TargetMode="External"/><Relationship Id="rId9" Type="http://schemas.openxmlformats.org/officeDocument/2006/relationships/hyperlink" Target="https://arxiv.org/abs/1612.08242" TargetMode="External"/><Relationship Id="rId14" Type="http://schemas.openxmlformats.org/officeDocument/2006/relationships/hyperlink" Target="https://arxiv.org/abs/1505.04597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harishnarayanan.org/writing/artistic-style-transfer/" TargetMode="External"/><Relationship Id="rId2" Type="http://schemas.openxmlformats.org/officeDocument/2006/relationships/hyperlink" Target="https://arxiv.org/abs/1508.06576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vlfeat.org/matconvnet/pretrained/" TargetMode="External"/><Relationship Id="rId5" Type="http://schemas.openxmlformats.org/officeDocument/2006/relationships/hyperlink" Target="https://arxiv.org/pdf/1409.1556.pdf" TargetMode="External"/><Relationship Id="rId4" Type="http://schemas.openxmlformats.org/officeDocument/2006/relationships/hyperlink" Target="http://www.chioka.in/tensorflow-implementation-neural-algorithm-of-artistic-styl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85EC49-1FC6-0EE3-447A-E43F45A0731E}"/>
              </a:ext>
            </a:extLst>
          </p:cNvPr>
          <p:cNvSpPr txBox="1"/>
          <p:nvPr/>
        </p:nvSpPr>
        <p:spPr>
          <a:xfrm>
            <a:off x="304800" y="58847"/>
            <a:ext cx="59436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2"/>
              </a:rPr>
              <a:t>https://www.tensorflow.org/guide/keras/sequential_model</a:t>
            </a:r>
            <a:endParaRPr lang="en-IN" dirty="0"/>
          </a:p>
          <a:p>
            <a:r>
              <a:rPr lang="en-IN" dirty="0">
                <a:hlinkClick r:id="rId3"/>
              </a:rPr>
              <a:t>https://www.tensorflow.org/guide/keras/functional</a:t>
            </a:r>
            <a:endParaRPr lang="en-IN" dirty="0"/>
          </a:p>
          <a:p>
            <a:endParaRPr lang="en-IN" dirty="0"/>
          </a:p>
          <a:p>
            <a:r>
              <a:rPr lang="en-IN" dirty="0"/>
              <a:t>Week 2</a:t>
            </a:r>
          </a:p>
          <a:p>
            <a:endParaRPr lang="en-IN" dirty="0"/>
          </a:p>
          <a:p>
            <a:r>
              <a:rPr lang="en-IN" dirty="0">
                <a:hlinkClick r:id="rId4"/>
              </a:rPr>
              <a:t>https://arxiv.org/abs/1512.03385</a:t>
            </a:r>
            <a:endParaRPr lang="en-IN" dirty="0"/>
          </a:p>
          <a:p>
            <a:endParaRPr lang="en-IN" dirty="0"/>
          </a:p>
          <a:p>
            <a:r>
              <a:rPr lang="en-IN" dirty="0">
                <a:hlinkClick r:id="rId5"/>
              </a:rPr>
              <a:t>https://github.com/fchollet/deep-learning-models/blob/master/resnet50.py</a:t>
            </a:r>
            <a:endParaRPr lang="en-IN" dirty="0"/>
          </a:p>
          <a:p>
            <a:endParaRPr lang="en-IN" dirty="0"/>
          </a:p>
          <a:p>
            <a:r>
              <a:rPr lang="en-IN" dirty="0">
                <a:hlinkClick r:id="rId6"/>
              </a:rPr>
              <a:t>https://arxiv.org/abs/1704.04861</a:t>
            </a:r>
            <a:endParaRPr lang="en-IN" dirty="0"/>
          </a:p>
          <a:p>
            <a:endParaRPr lang="en-IN" dirty="0"/>
          </a:p>
          <a:p>
            <a:r>
              <a:rPr lang="en-IN" dirty="0">
                <a:hlinkClick r:id="rId7"/>
              </a:rPr>
              <a:t>https://arxiv.org/abs/1801.04381</a:t>
            </a:r>
            <a:endParaRPr lang="en-IN" dirty="0"/>
          </a:p>
          <a:p>
            <a:endParaRPr lang="en-IN" dirty="0"/>
          </a:p>
          <a:p>
            <a:r>
              <a:rPr lang="en-IN" dirty="0">
                <a:hlinkClick r:id="rId8"/>
              </a:rPr>
              <a:t>https://arxiv.org/abs/1905.11946</a:t>
            </a:r>
            <a:endParaRPr lang="en-IN" dirty="0"/>
          </a:p>
          <a:p>
            <a:endParaRPr lang="en-IN" dirty="0"/>
          </a:p>
          <a:p>
            <a:r>
              <a:rPr lang="en-IN" dirty="0"/>
              <a:t>Week 3</a:t>
            </a:r>
          </a:p>
          <a:p>
            <a:endParaRPr lang="en-IN" dirty="0"/>
          </a:p>
          <a:p>
            <a:r>
              <a:rPr lang="en-IN" dirty="0">
                <a:hlinkClick r:id="rId8"/>
              </a:rPr>
              <a:t>https://arxiv.org/abs/1905.11946</a:t>
            </a:r>
            <a:endParaRPr lang="en-IN" dirty="0"/>
          </a:p>
          <a:p>
            <a:endParaRPr lang="en-IN" dirty="0"/>
          </a:p>
          <a:p>
            <a:r>
              <a:rPr lang="en-IN" dirty="0">
                <a:hlinkClick r:id="rId9"/>
              </a:rPr>
              <a:t>https://arxiv.org/abs/1612.08242</a:t>
            </a:r>
            <a:endParaRPr lang="en-IN" dirty="0"/>
          </a:p>
          <a:p>
            <a:r>
              <a:rPr lang="en-IN" dirty="0">
                <a:hlinkClick r:id="rId10"/>
              </a:rPr>
              <a:t>https://github.com/allanzelener/YAD2K</a:t>
            </a:r>
            <a:endParaRPr lang="en-IN" dirty="0"/>
          </a:p>
          <a:p>
            <a:r>
              <a:rPr lang="en-IN" dirty="0">
                <a:hlinkClick r:id="rId11"/>
              </a:rPr>
              <a:t>https://pjreddie.com/darknet/yolo/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4AAEA0-8B30-2AD9-8CCE-8DF2EF7643AF}"/>
              </a:ext>
            </a:extLst>
          </p:cNvPr>
          <p:cNvSpPr txBox="1"/>
          <p:nvPr/>
        </p:nvSpPr>
        <p:spPr>
          <a:xfrm>
            <a:off x="6248400" y="58846"/>
            <a:ext cx="5943600" cy="757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12"/>
              </a:rPr>
              <a:t>https://arxiv.org/abs/1701.08816</a:t>
            </a:r>
            <a:endParaRPr lang="en-IN" dirty="0"/>
          </a:p>
          <a:p>
            <a:endParaRPr lang="en-IN" dirty="0"/>
          </a:p>
          <a:p>
            <a:r>
              <a:rPr lang="en-IN" dirty="0">
                <a:hlinkClick r:id="rId13"/>
              </a:rPr>
              <a:t>https://arxiv.org/abs/1705.03820</a:t>
            </a:r>
            <a:endParaRPr lang="en-IN" dirty="0"/>
          </a:p>
          <a:p>
            <a:endParaRPr lang="en-IN" dirty="0"/>
          </a:p>
          <a:p>
            <a:r>
              <a:rPr lang="en-IN" dirty="0">
                <a:hlinkClick r:id="rId14"/>
              </a:rPr>
              <a:t>https://arxiv.org/abs/1505.04597</a:t>
            </a:r>
            <a:endParaRPr lang="en-IN" dirty="0"/>
          </a:p>
          <a:p>
            <a:endParaRPr lang="en-IN" dirty="0"/>
          </a:p>
          <a:p>
            <a:r>
              <a:rPr lang="en-IN" dirty="0"/>
              <a:t>Week 4</a:t>
            </a:r>
          </a:p>
          <a:p>
            <a:r>
              <a:rPr lang="en-IN" dirty="0">
                <a:hlinkClick r:id="rId15"/>
              </a:rPr>
              <a:t>https://arxiv.org/pdf/1503.03832.pdf</a:t>
            </a:r>
            <a:endParaRPr lang="en-IN" dirty="0"/>
          </a:p>
          <a:p>
            <a:endParaRPr lang="en-IN" dirty="0"/>
          </a:p>
          <a:p>
            <a:r>
              <a:rPr lang="en-IN" dirty="0">
                <a:hlinkClick r:id="rId16"/>
              </a:rPr>
              <a:t>https://github.com/davidsandberg/facenet</a:t>
            </a:r>
            <a:endParaRPr lang="en-IN" dirty="0"/>
          </a:p>
          <a:p>
            <a:endParaRPr lang="en-IN" dirty="0"/>
          </a:p>
          <a:p>
            <a:r>
              <a:rPr lang="en-IN" dirty="0">
                <a:hlinkClick r:id="rId17"/>
              </a:rPr>
              <a:t>https://machinelearningmastery.com/how-to-develop-a-face-recognition-system-using-facenet-in-keras-and-an-svm-classifier/</a:t>
            </a:r>
            <a:endParaRPr lang="en-IN" dirty="0"/>
          </a:p>
          <a:p>
            <a:endParaRPr lang="en-IN" dirty="0"/>
          </a:p>
          <a:p>
            <a:r>
              <a:rPr lang="en-IN" dirty="0">
                <a:hlinkClick r:id="rId18"/>
              </a:rPr>
              <a:t>https://www.vlfeat.org/matconvnet/pretrained/</a:t>
            </a:r>
            <a:endParaRPr lang="en-IN" dirty="0"/>
          </a:p>
          <a:p>
            <a:endParaRPr lang="en-IN" dirty="0"/>
          </a:p>
          <a:p>
            <a:r>
              <a:rPr lang="en-IN" dirty="0">
                <a:hlinkClick r:id="rId19"/>
              </a:rPr>
              <a:t>https://research.fb.com/wp-content/uploads/2016/11/deepface-closing-the-gap-to-human-level-performance-in-face-verification.pdf</a:t>
            </a:r>
            <a:endParaRPr lang="en-IN" dirty="0"/>
          </a:p>
          <a:p>
            <a:endParaRPr lang="en-IN" dirty="0"/>
          </a:p>
          <a:p>
            <a:r>
              <a:rPr lang="en-IN" dirty="0">
                <a:hlinkClick r:id="rId20"/>
              </a:rPr>
              <a:t>https://github.com/nyoki-mtl/keras-facenet/blob/master/notebook/tf_to_keras.ipynb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1348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56B4C4-76AB-116F-783C-E6D6CE782CEF}"/>
              </a:ext>
            </a:extLst>
          </p:cNvPr>
          <p:cNvSpPr txBox="1"/>
          <p:nvPr/>
        </p:nvSpPr>
        <p:spPr>
          <a:xfrm>
            <a:off x="582930" y="822960"/>
            <a:ext cx="76009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2"/>
              </a:rPr>
              <a:t>https://arxiv.org/abs/1508.06576</a:t>
            </a:r>
            <a:endParaRPr lang="en-IN" dirty="0"/>
          </a:p>
          <a:p>
            <a:endParaRPr lang="en-IN" dirty="0"/>
          </a:p>
          <a:p>
            <a:r>
              <a:rPr lang="en-IN" dirty="0">
                <a:hlinkClick r:id="rId3"/>
              </a:rPr>
              <a:t>https://harishnarayanan.org/writing/artistic-style-transfer/</a:t>
            </a:r>
            <a:endParaRPr lang="en-IN" dirty="0"/>
          </a:p>
          <a:p>
            <a:endParaRPr lang="en-IN" dirty="0"/>
          </a:p>
          <a:p>
            <a:r>
              <a:rPr lang="en-IN" dirty="0">
                <a:hlinkClick r:id="rId4"/>
              </a:rPr>
              <a:t>http://www.chioka.in/tensorflow-implementation-neural-algorithm-of-artistic-style</a:t>
            </a:r>
            <a:endParaRPr lang="en-IN" dirty="0"/>
          </a:p>
          <a:p>
            <a:endParaRPr lang="en-IN" dirty="0"/>
          </a:p>
          <a:p>
            <a:r>
              <a:rPr lang="en-IN" dirty="0">
                <a:hlinkClick r:id="rId5"/>
              </a:rPr>
              <a:t>https://arxiv.org/pdf/1409.1556.pdf</a:t>
            </a:r>
            <a:endParaRPr lang="en-IN" dirty="0"/>
          </a:p>
          <a:p>
            <a:endParaRPr lang="en-IN" dirty="0"/>
          </a:p>
          <a:p>
            <a:r>
              <a:rPr lang="en-IN" dirty="0">
                <a:hlinkClick r:id="rId6"/>
              </a:rPr>
              <a:t>https://www.vlfeat.org/matconvnet/pretrained/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8419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282</Words>
  <Application>Microsoft Office PowerPoint</Application>
  <PresentationFormat>Widescreen</PresentationFormat>
  <Paragraphs>50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Mesly Mathews</dc:creator>
  <cp:lastModifiedBy>Mesly Mathews</cp:lastModifiedBy>
  <cp:revision>1</cp:revision>
  <dcterms:created xsi:type="dcterms:W3CDTF">2025-02-26T13:30:20Z</dcterms:created>
  <dcterms:modified xsi:type="dcterms:W3CDTF">2025-02-26T13:42:21Z</dcterms:modified>
</cp:coreProperties>
</file>